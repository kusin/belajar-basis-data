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0" r:id="rId3"/>
    <p:sldId id="302" r:id="rId4"/>
    <p:sldId id="30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5D0F7C-4402-434A-B2D9-EF1CEB900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FE87057-EA26-44FB-8EAE-8D01EA08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0901D79-100F-4CDA-AA61-CFC69BB8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06CCA4-0E4C-4084-963D-20902F6F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AAB9BCF-73DD-430A-AB27-43B4BCAE6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87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76260F-8274-4C5F-B5AB-38185BD09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8D98666-EC38-4D43-A349-8CD5431B9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C82A947-2A0B-454B-BB78-4A0D9402D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A34B46-65C2-4BD3-B101-350D79F18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CDF1FFA-7226-499D-BA26-3DF7CEC8A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385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34F9A1-68D2-4BAC-BA0B-955CAB1A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38F4D51-4E31-49E9-A682-79AB99E36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CAE9544-929F-4631-8579-9F8DD11B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92593B2-615B-4DF8-8612-ADC1EF70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743F8D-DCCD-4D2D-A626-01D438A7F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854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43BC6C-AC74-4E39-8BD6-5BEE527E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4E868A4-1E31-488D-9925-8A1E72115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2337383-41D2-4AAC-8731-B873A8A0C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A3C94FD-DFE9-442F-945E-D25C04B8E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80BEB2E-D33A-41CF-8308-7D078F34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D297A2D-94F4-4CA9-812F-93EF5C4E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2906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1B72E8-5C96-47AE-A785-B1158E98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9119294-18D9-4F58-B088-B559A55C8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1902994-EEE0-4DDF-9278-FE6589901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53DDFA1F-51B7-4FC7-8AFF-C0AC7FDF5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5145394-7E14-4E33-A72F-20638A4CB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20EE54E-F2D8-41B1-9A17-5AFA8469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ADCAA6D8-B176-46AB-A98A-DAB3A345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4EC1B2A0-BC01-489B-AA1F-00EBDBF0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484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3B2CA5-EA11-4B05-B7EB-31411F50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6E228AB-3440-4149-B545-41161CFA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88F21-7DA3-4029-BBE3-6283B7C7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DC43BFF-3CCF-46DD-8046-40B9E251E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33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874892A-4482-4BEB-B6C2-D857F59F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1D3F141-A9D7-4CBB-9F44-10F5A05EC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89FAA7F-EF1D-40AD-8C01-54588244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2599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CCC356-4A40-4AD0-BE41-D3270A8E7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FAF85FA-5E15-4C0D-91CC-EF19F1675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C6FED04-2CC3-468D-BC3F-6F18B8072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5666C54-D1C1-4E7C-BEB1-9AE1B5535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3696414-B349-4C83-82A7-CDFE16DA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5D27AC7-1530-43A0-9154-1053B473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745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FE328C-5468-4F99-9433-2800ED4D0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4F2A380-7E02-448B-BAF3-A3521DDB7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7748A3F-E311-4526-8423-4A8ABD59A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501FBA9-FCA5-4623-8E6F-F579867F8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515BAA8-6FD2-42DE-B5A5-BB912404D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1962334-268D-4742-B5A6-BADED9DC9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615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2F87AE-33E0-48CE-95E0-3F0E2865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DD068E3-F794-4213-A22B-F528E48DC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887A87C-3E39-429C-908F-5E740430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888C53-E961-4A03-820F-BB9DF561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67AE7CC-C1E3-4425-8B02-BFE0F54F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685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5F1CD933-597A-41F0-A508-F062455F9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71835B1-C6AD-40BF-AAEE-B5C9FB42C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7EBE16B-9445-4DD7-A98B-3755484C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694C129-D1B2-4C36-AF9B-E632036F1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2F14AB6-FF10-4DA1-A2B7-4447164F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316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E7B0984-B71A-46BB-9000-564C4263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7716D31-898F-4CC6-8B97-A9163F9B0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705588C-5140-4398-8270-1E3DF84FF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39FE9-1BCC-4F8C-AA52-6054020A5E4B}" type="datetimeFigureOut">
              <a:rPr lang="en-ID" smtClean="0"/>
              <a:t>4/21/2021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F74088D-2F5A-4C00-88E1-9C1C387C2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1BE43F-97BA-4E8F-BF40-18243A8CB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09F1C-8204-4A48-92C6-21D5351DD0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5159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0A0835-0B9E-48B4-B197-F75A2C329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779" y="1932609"/>
            <a:ext cx="11436439" cy="2841487"/>
          </a:xfrm>
        </p:spPr>
        <p:txBody>
          <a:bodyPr>
            <a:normAutofit/>
          </a:bodyPr>
          <a:lstStyle/>
          <a:p>
            <a:r>
              <a:rPr lang="en-US" sz="4400" dirty="0" smtClean="0"/>
              <a:t>LKP-</a:t>
            </a:r>
            <a:r>
              <a:rPr lang="id-ID" sz="4400" dirty="0" smtClean="0"/>
              <a:t>9 – Konsep Object Oriented Data Modeling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id-ID" sz="4400" dirty="0" smtClean="0"/>
              <a:t>Studi Kasus:</a:t>
            </a:r>
            <a:br>
              <a:rPr lang="id-ID" sz="4400" dirty="0" smtClean="0"/>
            </a:br>
            <a:r>
              <a:rPr lang="id-ID" sz="4400" dirty="0" smtClean="0"/>
              <a:t>Rancangan </a:t>
            </a:r>
            <a:r>
              <a:rPr lang="id-ID" sz="4400" dirty="0"/>
              <a:t>s</a:t>
            </a:r>
            <a:r>
              <a:rPr lang="id-ID" sz="4400" dirty="0" smtClean="0"/>
              <a:t>istem informasi penjualan buah</a:t>
            </a:r>
            <a:br>
              <a:rPr lang="id-ID" sz="4400" dirty="0" smtClean="0"/>
            </a:br>
            <a:endParaRPr lang="en-ID" sz="4400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993B70F-7419-411A-A871-44702BC08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4774096"/>
            <a:ext cx="9144000" cy="1655762"/>
          </a:xfrm>
        </p:spPr>
        <p:txBody>
          <a:bodyPr/>
          <a:lstStyle/>
          <a:p>
            <a:endParaRPr lang="en-US" dirty="0"/>
          </a:p>
          <a:p>
            <a:r>
              <a:rPr lang="en-ID" dirty="0"/>
              <a:t>Aryajaya </a:t>
            </a:r>
            <a:r>
              <a:rPr lang="en-ID" dirty="0" err="1"/>
              <a:t>Almsyah</a:t>
            </a:r>
            <a:r>
              <a:rPr lang="en-ID" dirty="0"/>
              <a:t>, </a:t>
            </a:r>
            <a:r>
              <a:rPr lang="en-ID" dirty="0" err="1"/>
              <a:t>S.Kom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487CE75-5DC7-40B4-ABC2-87C1FCEE48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626" y="462175"/>
            <a:ext cx="1706746" cy="1158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2741287-2A75-46E6-A2CB-8C9C7B7ADF41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31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2B0DCEC4-0FE2-4B1A-8D80-88CF12F3196A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 dirty="0">
              <a:solidFill>
                <a:srgbClr val="FFA5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50D7B986-E215-47CE-AC8A-B39918BA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17" y="115911"/>
            <a:ext cx="11819984" cy="1275568"/>
          </a:xfrm>
        </p:spPr>
        <p:txBody>
          <a:bodyPr/>
          <a:lstStyle/>
          <a:p>
            <a:r>
              <a:rPr lang="id-ID" dirty="0" smtClean="0"/>
              <a:t>Diagram Unified </a:t>
            </a:r>
            <a:r>
              <a:rPr lang="id-ID" dirty="0"/>
              <a:t>Modeling </a:t>
            </a:r>
            <a:r>
              <a:rPr lang="id-ID" dirty="0" smtClean="0"/>
              <a:t>Language (UML)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9ABE844F-646D-4ED5-BDCC-55BD56FF5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30" y="1498078"/>
            <a:ext cx="11919871" cy="5074999"/>
          </a:xfrm>
        </p:spPr>
        <p:txBody>
          <a:bodyPr/>
          <a:lstStyle/>
          <a:p>
            <a:pPr marL="0" indent="0">
              <a:buNone/>
            </a:pPr>
            <a:r>
              <a:rPr lang="id-ID" dirty="0" smtClean="0"/>
              <a:t>Pengertian UML</a:t>
            </a:r>
          </a:p>
          <a:p>
            <a:pPr lvl="1"/>
            <a:r>
              <a:rPr lang="id-ID" dirty="0" smtClean="0"/>
              <a:t>Sebuah diagram yang digunakan untuk mendesain sebuah sistem informasi atau aplikasi berbasis object oriented programing (OOP)</a:t>
            </a:r>
          </a:p>
          <a:p>
            <a:pPr marL="0" indent="0">
              <a:buNone/>
            </a:pPr>
            <a:r>
              <a:rPr lang="id-ID" dirty="0" smtClean="0"/>
              <a:t>Diagram UML umum digunakan</a:t>
            </a:r>
          </a:p>
          <a:p>
            <a:pPr lvl="1"/>
            <a:r>
              <a:rPr lang="id-ID" dirty="0" smtClean="0"/>
              <a:t>Use Case</a:t>
            </a:r>
          </a:p>
          <a:p>
            <a:pPr lvl="1"/>
            <a:r>
              <a:rPr lang="id-ID" dirty="0" smtClean="0"/>
              <a:t>Class Diagram</a:t>
            </a:r>
          </a:p>
          <a:p>
            <a:pPr lvl="1"/>
            <a:r>
              <a:rPr lang="id-ID" dirty="0" smtClean="0"/>
              <a:t>Activity Diagram</a:t>
            </a:r>
          </a:p>
          <a:p>
            <a:pPr lvl="1"/>
            <a:r>
              <a:rPr lang="id-ID" dirty="0" smtClean="0"/>
              <a:t>Sequence Diagram</a:t>
            </a:r>
            <a:endParaRPr lang="id-ID" dirty="0" smtClean="0"/>
          </a:p>
          <a:p>
            <a:pPr lvl="1"/>
            <a:r>
              <a:rPr lang="id-ID" dirty="0" smtClean="0"/>
              <a:t>Component Diagram</a:t>
            </a:r>
          </a:p>
          <a:p>
            <a:pPr lvl="1"/>
            <a:r>
              <a:rPr lang="id-ID" dirty="0" smtClean="0"/>
              <a:t>Deployment Diagram</a:t>
            </a:r>
            <a:endParaRPr lang="en-US" dirty="0"/>
          </a:p>
        </p:txBody>
      </p:sp>
      <p:pic>
        <p:nvPicPr>
          <p:cNvPr id="1026" name="Picture 2" descr="Pengertian UML (Unified Modeling Language) : Jenis, Tujuan, Notasi, dan  Contohnya - Ansori We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385" y="2597427"/>
            <a:ext cx="5936016" cy="411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60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2B0DCEC4-0FE2-4B1A-8D80-88CF12F3196A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 dirty="0">
              <a:solidFill>
                <a:srgbClr val="FFA500"/>
              </a:solidFill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="" xmlns:a16="http://schemas.microsoft.com/office/drawing/2014/main" id="{8399DFAA-D99E-4511-AEAE-DA96A54F3D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550" y="115910"/>
            <a:ext cx="2079783" cy="5444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50D7B986-E215-47CE-AC8A-B39918BA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17" y="115911"/>
            <a:ext cx="11819984" cy="1275568"/>
          </a:xfrm>
        </p:spPr>
        <p:txBody>
          <a:bodyPr/>
          <a:lstStyle/>
          <a:p>
            <a:r>
              <a:rPr lang="id-ID" dirty="0" smtClean="0"/>
              <a:t>Perbedaan UML dan ERD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9ABE844F-646D-4ED5-BDCC-55BD56FF5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417" y="1498078"/>
            <a:ext cx="11819984" cy="5074999"/>
          </a:xfrm>
        </p:spPr>
        <p:txBody>
          <a:bodyPr/>
          <a:lstStyle/>
          <a:p>
            <a:r>
              <a:rPr lang="id-ID" dirty="0" smtClean="0"/>
              <a:t>UML	 =&gt; Desain sebuah aplikasi berbentuk diagram berbasis OOP</a:t>
            </a:r>
          </a:p>
          <a:p>
            <a:r>
              <a:rPr lang="id-ID" dirty="0" smtClean="0"/>
              <a:t>ERD	 =&gt; Desain sebuah aplikasi berbentuk database berbasis relasional</a:t>
            </a:r>
          </a:p>
        </p:txBody>
      </p:sp>
    </p:spTree>
    <p:extLst>
      <p:ext uri="{BB962C8B-B14F-4D97-AF65-F5344CB8AC3E}">
        <p14:creationId xmlns:p14="http://schemas.microsoft.com/office/powerpoint/2010/main" val="309469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2B0DCEC4-0FE2-4B1A-8D80-88CF12F3196A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 dirty="0">
              <a:solidFill>
                <a:srgbClr val="FFA500"/>
              </a:solidFill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="" xmlns:a16="http://schemas.microsoft.com/office/drawing/2014/main" id="{8399DFAA-D99E-4511-AEAE-DA96A54F3D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550" y="115910"/>
            <a:ext cx="2079783" cy="5444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50D7B986-E215-47CE-AC8A-B39918BA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49" y="365125"/>
            <a:ext cx="11123451" cy="1325563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9ABE844F-646D-4ED5-BDCC-55BD56FF5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349" y="1825625"/>
            <a:ext cx="11123451" cy="46672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5600" dirty="0"/>
          </a:p>
          <a:p>
            <a:pPr marL="0" indent="0" algn="ctr">
              <a:buNone/>
            </a:pPr>
            <a:r>
              <a:rPr lang="en-US" sz="5600" dirty="0"/>
              <a:t>TERIMA KASIH</a:t>
            </a:r>
            <a:endParaRPr lang="en-ID" sz="5600" dirty="0"/>
          </a:p>
        </p:txBody>
      </p:sp>
    </p:spTree>
    <p:extLst>
      <p:ext uri="{BB962C8B-B14F-4D97-AF65-F5344CB8AC3E}">
        <p14:creationId xmlns:p14="http://schemas.microsoft.com/office/powerpoint/2010/main" val="191014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62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LKP-9 – Konsep Object Oriented Data Modeling Studi Kasus: Rancangan sistem informasi penjualan buah </vt:lpstr>
      <vt:lpstr>Diagram Unified Modeling Language (UML)</vt:lpstr>
      <vt:lpstr>Perbedaan UML dan ERD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LKP-8 PHP dan pgSQL Rancang bangun system informasi sederhana</dc:title>
  <dc:creator>Aryajaya Alamsyah</dc:creator>
  <cp:lastModifiedBy>lunox</cp:lastModifiedBy>
  <cp:revision>48</cp:revision>
  <dcterms:created xsi:type="dcterms:W3CDTF">2021-04-11T20:05:04Z</dcterms:created>
  <dcterms:modified xsi:type="dcterms:W3CDTF">2021-04-21T02:34:49Z</dcterms:modified>
</cp:coreProperties>
</file>