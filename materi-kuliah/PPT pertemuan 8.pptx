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7" r:id="rId3"/>
    <p:sldId id="300" r:id="rId4"/>
    <p:sldId id="302" r:id="rId5"/>
    <p:sldId id="298" r:id="rId6"/>
    <p:sldId id="299" r:id="rId7"/>
    <p:sldId id="30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0F7C-4402-434A-B2D9-EF1CEB900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E87057-EA26-44FB-8EAE-8D01EA08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01D79-100F-4CDA-AA61-CFC69BB80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12/04/2021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6CCA4-0E4C-4084-963D-20902F6F4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B9BCF-73DD-430A-AB27-43B4BCAE6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87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6260F-8274-4C5F-B5AB-38185BD09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98666-EC38-4D43-A349-8CD5431B9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2A947-2A0B-454B-BB78-4A0D9402D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12/04/2021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34B46-65C2-4BD3-B101-350D79F18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F1FFA-7226-499D-BA26-3DF7CEC8A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3856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4F9A1-68D2-4BAC-BA0B-955CAB1A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F4D51-4E31-49E9-A682-79AB99E36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E9544-929F-4631-8579-9F8DD11B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12/04/2021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593B2-615B-4DF8-8612-ADC1EF70C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43F8D-DCCD-4D2D-A626-01D438A7F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48540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3BC6C-AC74-4E39-8BD6-5BEE527E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868A4-1E31-488D-9925-8A1E72115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37383-41D2-4AAC-8731-B873A8A0C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C94FD-DFE9-442F-945E-D25C04B8E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12/04/2021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BEB2E-D33A-41CF-8308-7D078F34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97A2D-94F4-4CA9-812F-93EF5C4E5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42906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B72E8-5C96-47AE-A785-B1158E981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19294-18D9-4F58-B088-B559A55C8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02994-EEE0-4DDF-9278-FE6589901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DDFA1F-51B7-4FC7-8AFF-C0AC7FDF5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145394-7E14-4E33-A72F-20638A4CB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0EE54E-F2D8-41B1-9A17-5AFA84690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12/04/2021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CAA6D8-B176-46AB-A98A-DAB3A345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C1B2A0-BC01-489B-AA1F-00EBDBF07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0484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2CA5-EA11-4B05-B7EB-31411F50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228AB-3440-4149-B545-41161CFA2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12/04/2021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688F21-7DA3-4029-BBE3-6283B7C7F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C43BFF-3CCF-46DD-8046-40B9E251E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336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74892A-4482-4BEB-B6C2-D857F59F1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12/04/2021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D3F141-A9D7-4CBB-9F44-10F5A05EC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FAA7F-EF1D-40AD-8C01-54588244E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2599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C356-4A40-4AD0-BE41-D3270A8E7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F85FA-5E15-4C0D-91CC-EF19F1675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FED04-2CC3-468D-BC3F-6F18B8072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66C54-D1C1-4E7C-BEB1-9AE1B5535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12/04/2021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96414-B349-4C83-82A7-CDFE16DA8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27AC7-1530-43A0-9154-1053B473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745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E328C-5468-4F99-9433-2800ED4D0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F2A380-7E02-448B-BAF3-A3521DDB7D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48A3F-E311-4526-8423-4A8ABD59A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1FBA9-FCA5-4623-8E6F-F579867F8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12/04/2021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5BAA8-6FD2-42DE-B5A5-BB912404D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62334-268D-4742-B5A6-BADED9DC9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6150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F87AE-33E0-48CE-95E0-3F0E28656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068E3-F794-4213-A22B-F528E48DC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7A87C-3E39-429C-908F-5E7404309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12/04/2021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88C53-E961-4A03-820F-BB9DF561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AE7CC-C1E3-4425-8B02-BFE0F54FD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6857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1CD933-597A-41F0-A508-F062455F99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835B1-C6AD-40BF-AAEE-B5C9FB42C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BE16B-9445-4DD7-A98B-3755484C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12/04/2021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4C129-D1B2-4C36-AF9B-E632036F1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14AB6-FF10-4DA1-A2B7-4447164F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316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B0984-B71A-46BB-9000-564C4263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16D31-898F-4CC6-8B97-A9163F9B0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5588C-5140-4398-8270-1E3DF84FF8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39FE9-1BCC-4F8C-AA52-6054020A5E4B}" type="datetimeFigureOut">
              <a:rPr lang="en-ID" smtClean="0"/>
              <a:t>12/04/2021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4088D-2F5A-4C00-88E1-9C1C387C24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BE43F-97BA-4E8F-BF40-18243A8CB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5159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0835-0B9E-48B4-B197-F75A2C329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780" y="1041400"/>
            <a:ext cx="11436439" cy="2387600"/>
          </a:xfrm>
        </p:spPr>
        <p:txBody>
          <a:bodyPr>
            <a:normAutofit/>
          </a:bodyPr>
          <a:lstStyle/>
          <a:p>
            <a:r>
              <a:rPr lang="en-US" sz="4400" dirty="0"/>
              <a:t>LKP-8 PHP dan </a:t>
            </a:r>
            <a:r>
              <a:rPr lang="en-US" sz="4400" dirty="0" err="1"/>
              <a:t>pgSQL</a:t>
            </a:r>
            <a:br>
              <a:rPr lang="en-US" sz="4400" dirty="0"/>
            </a:br>
            <a:r>
              <a:rPr lang="en-US" sz="4400" dirty="0" err="1"/>
              <a:t>Rancang</a:t>
            </a:r>
            <a:r>
              <a:rPr lang="en-US" sz="4400" dirty="0"/>
              <a:t> </a:t>
            </a:r>
            <a:r>
              <a:rPr lang="en-US" sz="4400" dirty="0" err="1"/>
              <a:t>bangun</a:t>
            </a:r>
            <a:r>
              <a:rPr lang="en-US" sz="4400" dirty="0"/>
              <a:t> system </a:t>
            </a:r>
            <a:r>
              <a:rPr lang="en-US" sz="4400" dirty="0" err="1"/>
              <a:t>informasi</a:t>
            </a:r>
            <a:r>
              <a:rPr lang="en-US" sz="4400" dirty="0"/>
              <a:t> KRS Online</a:t>
            </a:r>
            <a:endParaRPr lang="en-ID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93B70F-7419-411A-A871-44702BC08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160838"/>
            <a:ext cx="9144000" cy="1655762"/>
          </a:xfrm>
        </p:spPr>
        <p:txBody>
          <a:bodyPr/>
          <a:lstStyle/>
          <a:p>
            <a:endParaRPr lang="en-US" dirty="0"/>
          </a:p>
          <a:p>
            <a:r>
              <a:rPr lang="en-ID" dirty="0"/>
              <a:t>Aryajaya </a:t>
            </a:r>
            <a:r>
              <a:rPr lang="en-ID" dirty="0" err="1"/>
              <a:t>Almsyah</a:t>
            </a:r>
            <a:r>
              <a:rPr lang="en-ID" dirty="0"/>
              <a:t>, </a:t>
            </a:r>
            <a:r>
              <a:rPr lang="en-ID" dirty="0" err="1"/>
              <a:t>S.Kom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7CE75-5DC7-40B4-ABC2-87C1FCEE4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626" y="462175"/>
            <a:ext cx="1706746" cy="11584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2741287-2A75-46E6-A2CB-8C9C7B7ADF41}"/>
              </a:ext>
            </a:extLst>
          </p:cNvPr>
          <p:cNvSpPr/>
          <p:nvPr/>
        </p:nvSpPr>
        <p:spPr>
          <a:xfrm>
            <a:off x="0" y="6573078"/>
            <a:ext cx="12192000" cy="2849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310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9373-7C66-4FDD-9322-FCE63A4CB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05E35-ECDC-42B5-94A5-2D8A0157F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dirty="0"/>
              <a:t>PostgreSQL v.13</a:t>
            </a:r>
          </a:p>
          <a:p>
            <a:pPr lvl="1"/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menyimpan</a:t>
            </a:r>
            <a:r>
              <a:rPr lang="en-US" dirty="0"/>
              <a:t> basis data</a:t>
            </a:r>
          </a:p>
          <a:p>
            <a:r>
              <a:rPr lang="en-US" dirty="0" err="1"/>
              <a:t>Dbeaver</a:t>
            </a:r>
            <a:r>
              <a:rPr lang="en-US" dirty="0"/>
              <a:t> v.7.3.4</a:t>
            </a:r>
          </a:p>
          <a:p>
            <a:pPr lvl="1"/>
            <a:r>
              <a:rPr lang="en-US" dirty="0" err="1"/>
              <a:t>Tampilan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muka</a:t>
            </a:r>
            <a:r>
              <a:rPr lang="en-US" dirty="0"/>
              <a:t> </a:t>
            </a:r>
            <a:r>
              <a:rPr lang="en-US" dirty="0" err="1"/>
              <a:t>pgSQL</a:t>
            </a:r>
            <a:endParaRPr lang="en-US" dirty="0"/>
          </a:p>
          <a:p>
            <a:r>
              <a:rPr lang="en-ID" dirty="0" err="1"/>
              <a:t>VSCode</a:t>
            </a:r>
            <a:r>
              <a:rPr lang="en-ID" dirty="0"/>
              <a:t> v1.55</a:t>
            </a:r>
          </a:p>
          <a:p>
            <a:pPr lvl="1"/>
            <a:r>
              <a:rPr lang="en-ID" dirty="0"/>
              <a:t>Text editor Bahasa PHP</a:t>
            </a:r>
          </a:p>
          <a:p>
            <a:r>
              <a:rPr lang="en-ID" dirty="0"/>
              <a:t>XAMPP v.5.6.12</a:t>
            </a:r>
          </a:p>
          <a:p>
            <a:pPr lvl="1"/>
            <a:r>
              <a:rPr lang="en-ID" dirty="0"/>
              <a:t>engine / compiler Bahasa PHP</a:t>
            </a:r>
          </a:p>
          <a:p>
            <a:r>
              <a:rPr lang="en-ID" dirty="0"/>
              <a:t>Google Chrome</a:t>
            </a:r>
          </a:p>
          <a:p>
            <a:pPr lvl="1"/>
            <a:r>
              <a:rPr lang="en-ID" dirty="0" err="1"/>
              <a:t>Lebih</a:t>
            </a:r>
            <a:r>
              <a:rPr lang="en-ID" dirty="0"/>
              <a:t> support </a:t>
            </a:r>
            <a:r>
              <a:rPr lang="en-ID" dirty="0" err="1"/>
              <a:t>terhadap</a:t>
            </a:r>
            <a:r>
              <a:rPr lang="en-ID" dirty="0"/>
              <a:t> PHP + HTML5 disbanding browser lain.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795E55-31F9-4707-9BB8-16C6A966671F}"/>
              </a:ext>
            </a:extLst>
          </p:cNvPr>
          <p:cNvSpPr/>
          <p:nvPr/>
        </p:nvSpPr>
        <p:spPr>
          <a:xfrm>
            <a:off x="0" y="6573078"/>
            <a:ext cx="12192000" cy="2849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 dirty="0">
              <a:solidFill>
                <a:srgbClr val="FFA500"/>
              </a:solidFill>
            </a:endParaRP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2A54E315-2A55-45BC-AF3F-C413B69759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550" y="115910"/>
            <a:ext cx="2079783" cy="54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3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0DCEC4-0FE2-4B1A-8D80-88CF12F3196A}"/>
              </a:ext>
            </a:extLst>
          </p:cNvPr>
          <p:cNvSpPr/>
          <p:nvPr/>
        </p:nvSpPr>
        <p:spPr>
          <a:xfrm>
            <a:off x="0" y="6573078"/>
            <a:ext cx="12192000" cy="2849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 dirty="0">
              <a:solidFill>
                <a:srgbClr val="FFA500"/>
              </a:solidFill>
            </a:endParaRP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8399DFAA-D99E-4511-AEAE-DA96A54F3D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550" y="115910"/>
            <a:ext cx="2079783" cy="54442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0D7B986-E215-47CE-AC8A-B39918BA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349" y="365125"/>
            <a:ext cx="11123451" cy="1325563"/>
          </a:xfrm>
        </p:spPr>
        <p:txBody>
          <a:bodyPr/>
          <a:lstStyle/>
          <a:p>
            <a:r>
              <a:rPr lang="en-US" dirty="0" err="1"/>
              <a:t>Instalasi</a:t>
            </a:r>
            <a:r>
              <a:rPr lang="en-US" dirty="0"/>
              <a:t> system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krs</a:t>
            </a:r>
            <a:r>
              <a:rPr lang="en-US" dirty="0"/>
              <a:t> online</a:t>
            </a:r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ABE844F-646D-4ED5-BDCC-55BD56FF5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417" y="1498079"/>
            <a:ext cx="11819984" cy="4667250"/>
          </a:xfrm>
        </p:spPr>
        <p:txBody>
          <a:bodyPr/>
          <a:lstStyle/>
          <a:p>
            <a:r>
              <a:rPr lang="en-US" dirty="0" err="1"/>
              <a:t>Instal</a:t>
            </a:r>
            <a:r>
              <a:rPr lang="en-US" dirty="0"/>
              <a:t> vs code</a:t>
            </a:r>
          </a:p>
          <a:p>
            <a:r>
              <a:rPr lang="en-US" dirty="0" err="1"/>
              <a:t>Instal</a:t>
            </a:r>
            <a:r>
              <a:rPr lang="en-US" dirty="0"/>
              <a:t> </a:t>
            </a:r>
            <a:r>
              <a:rPr lang="en-US" dirty="0" err="1"/>
              <a:t>xampp</a:t>
            </a:r>
            <a:r>
              <a:rPr lang="en-US" dirty="0"/>
              <a:t>. </a:t>
            </a:r>
            <a:r>
              <a:rPr lang="en-US" dirty="0" err="1"/>
              <a:t>Pastikan</a:t>
            </a:r>
            <a:r>
              <a:rPr lang="en-US" dirty="0"/>
              <a:t> port apache 80:443 dan service apache </a:t>
            </a:r>
            <a:r>
              <a:rPr lang="en-US" dirty="0" err="1"/>
              <a:t>diinstal</a:t>
            </a:r>
            <a:endParaRPr lang="en-US" dirty="0"/>
          </a:p>
          <a:p>
            <a:r>
              <a:rPr lang="en-US" dirty="0" err="1"/>
              <a:t>Aktifkan</a:t>
            </a:r>
            <a:r>
              <a:rPr lang="en-US" dirty="0"/>
              <a:t> </a:t>
            </a:r>
            <a:r>
              <a:rPr lang="en-US" dirty="0" err="1"/>
              <a:t>ext</a:t>
            </a:r>
            <a:r>
              <a:rPr lang="en-US" dirty="0"/>
              <a:t> </a:t>
            </a:r>
            <a:r>
              <a:rPr lang="en-US" dirty="0" err="1"/>
              <a:t>pgSQL</a:t>
            </a:r>
            <a:r>
              <a:rPr lang="en-US" dirty="0"/>
              <a:t> di XAMPP</a:t>
            </a:r>
          </a:p>
          <a:p>
            <a:pPr lvl="1"/>
            <a:r>
              <a:rPr lang="en-US" dirty="0"/>
              <a:t>Cari file C:/xampp/php/php.ini</a:t>
            </a:r>
          </a:p>
          <a:p>
            <a:pPr lvl="1"/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hilangkan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; pada extension=php_pgsql.dll</a:t>
            </a:r>
            <a:endParaRPr lang="en-ID" dirty="0"/>
          </a:p>
          <a:p>
            <a:r>
              <a:rPr lang="en-US" dirty="0"/>
              <a:t>Allow open </a:t>
            </a:r>
            <a:r>
              <a:rPr lang="en-US" dirty="0" err="1"/>
              <a:t>koneksi</a:t>
            </a:r>
            <a:r>
              <a:rPr lang="en-US" dirty="0"/>
              <a:t> </a:t>
            </a:r>
            <a:r>
              <a:rPr lang="en-US" dirty="0" err="1"/>
              <a:t>ipaddress</a:t>
            </a:r>
            <a:r>
              <a:rPr lang="en-US" dirty="0"/>
              <a:t> v4 dan v6 di </a:t>
            </a:r>
            <a:r>
              <a:rPr lang="en-US" dirty="0" err="1"/>
              <a:t>pgSQL</a:t>
            </a:r>
            <a:endParaRPr lang="en-US" dirty="0"/>
          </a:p>
          <a:p>
            <a:pPr lvl="1"/>
            <a:r>
              <a:rPr lang="en-US" dirty="0"/>
              <a:t>Cari file C:/Program file/PostgreSQL/13/data/</a:t>
            </a:r>
            <a:r>
              <a:rPr lang="en-US" dirty="0" err="1"/>
              <a:t>pg_hba.conf</a:t>
            </a:r>
            <a:endParaRPr lang="en-US" dirty="0"/>
          </a:p>
          <a:p>
            <a:pPr lvl="1"/>
            <a:r>
              <a:rPr lang="en-US" dirty="0" err="1"/>
              <a:t>Ganti</a:t>
            </a:r>
            <a:r>
              <a:rPr lang="en-US" dirty="0"/>
              <a:t> method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trush</a:t>
            </a:r>
            <a:r>
              <a:rPr lang="en-US" dirty="0"/>
              <a:t> pada IPv6 local connections &amp; IPv4 local connections</a:t>
            </a:r>
          </a:p>
          <a:p>
            <a:pPr lvl="1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5A5B1C-F82E-49E1-B39D-544EEE4853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0"/>
          <a:stretch/>
        </p:blipFill>
        <p:spPr>
          <a:xfrm>
            <a:off x="831327" y="5057601"/>
            <a:ext cx="8114267" cy="165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607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0DCEC4-0FE2-4B1A-8D80-88CF12F3196A}"/>
              </a:ext>
            </a:extLst>
          </p:cNvPr>
          <p:cNvSpPr/>
          <p:nvPr/>
        </p:nvSpPr>
        <p:spPr>
          <a:xfrm>
            <a:off x="0" y="6573078"/>
            <a:ext cx="12192000" cy="2849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 dirty="0">
              <a:solidFill>
                <a:srgbClr val="FFA500"/>
              </a:solidFill>
            </a:endParaRP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8399DFAA-D99E-4511-AEAE-DA96A54F3D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550" y="115910"/>
            <a:ext cx="2079783" cy="54442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0D7B986-E215-47CE-AC8A-B39918BA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349" y="365125"/>
            <a:ext cx="11123451" cy="1325563"/>
          </a:xfrm>
        </p:spPr>
        <p:txBody>
          <a:bodyPr/>
          <a:lstStyle/>
          <a:p>
            <a:r>
              <a:rPr lang="en-US" dirty="0" err="1"/>
              <a:t>Instalasi</a:t>
            </a:r>
            <a:r>
              <a:rPr lang="en-US" dirty="0"/>
              <a:t> system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krs</a:t>
            </a:r>
            <a:r>
              <a:rPr lang="en-US" dirty="0"/>
              <a:t> online</a:t>
            </a:r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ABE844F-646D-4ED5-BDCC-55BD56FF5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417" y="1498078"/>
            <a:ext cx="11819984" cy="507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//</a:t>
            </a:r>
            <a:r>
              <a:rPr lang="en-US" dirty="0" err="1"/>
              <a:t>membuat</a:t>
            </a:r>
            <a:r>
              <a:rPr lang="en-US" dirty="0"/>
              <a:t> database </a:t>
            </a:r>
            <a:r>
              <a:rPr lang="en-US" dirty="0" err="1"/>
              <a:t>pgSQL</a:t>
            </a:r>
            <a:endParaRPr lang="en-US" dirty="0"/>
          </a:p>
          <a:p>
            <a:r>
              <a:rPr lang="en-US" dirty="0"/>
              <a:t>Execute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perintah</a:t>
            </a:r>
            <a:r>
              <a:rPr lang="en-US" dirty="0"/>
              <a:t> SQL pada </a:t>
            </a:r>
            <a:r>
              <a:rPr lang="en-US" dirty="0" err="1"/>
              <a:t>lampiran</a:t>
            </a:r>
            <a:r>
              <a:rPr lang="en-US" dirty="0"/>
              <a:t> file “</a:t>
            </a:r>
            <a:r>
              <a:rPr lang="en-US" dirty="0" err="1"/>
              <a:t>db_krs.sql</a:t>
            </a:r>
            <a:r>
              <a:rPr lang="en-US" dirty="0"/>
              <a:t>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program PHP</a:t>
            </a:r>
          </a:p>
          <a:p>
            <a:r>
              <a:rPr lang="en-US" dirty="0"/>
              <a:t>Folder “app-</a:t>
            </a:r>
            <a:r>
              <a:rPr lang="en-US" dirty="0" err="1"/>
              <a:t>krs</a:t>
            </a:r>
            <a:r>
              <a:rPr lang="en-US" dirty="0"/>
              <a:t>” pada </a:t>
            </a:r>
            <a:r>
              <a:rPr lang="en-US" dirty="0" err="1"/>
              <a:t>lampiran</a:t>
            </a:r>
            <a:r>
              <a:rPr lang="en-US" dirty="0"/>
              <a:t> file </a:t>
            </a:r>
            <a:r>
              <a:rPr lang="en-US" dirty="0" err="1"/>
              <a:t>berisi</a:t>
            </a:r>
            <a:r>
              <a:rPr lang="en-US" dirty="0"/>
              <a:t> syntax Bahasa PHP</a:t>
            </a:r>
          </a:p>
          <a:p>
            <a:r>
              <a:rPr lang="en-US" dirty="0" err="1"/>
              <a:t>Copykan</a:t>
            </a:r>
            <a:r>
              <a:rPr lang="en-US" dirty="0"/>
              <a:t> folder “app-</a:t>
            </a:r>
            <a:r>
              <a:rPr lang="en-US" dirty="0" err="1"/>
              <a:t>krs</a:t>
            </a:r>
            <a:r>
              <a:rPr lang="en-US" dirty="0"/>
              <a:t>” </a:t>
            </a:r>
            <a:r>
              <a:rPr lang="en-US" dirty="0" err="1"/>
              <a:t>ke</a:t>
            </a:r>
            <a:r>
              <a:rPr lang="en-US" dirty="0"/>
              <a:t> C:/xampp/htdocs/app-krs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Load system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krs</a:t>
            </a:r>
            <a:r>
              <a:rPr lang="en-US" dirty="0"/>
              <a:t> online</a:t>
            </a:r>
          </a:p>
          <a:p>
            <a:r>
              <a:rPr lang="en-US" dirty="0"/>
              <a:t>Buka google chrome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tuliskan</a:t>
            </a:r>
            <a:r>
              <a:rPr lang="en-US" dirty="0"/>
              <a:t> di URL “localhost/app-</a:t>
            </a:r>
            <a:r>
              <a:rPr lang="en-US" dirty="0" err="1"/>
              <a:t>krs</a:t>
            </a:r>
            <a:r>
              <a:rPr lang="en-US" dirty="0"/>
              <a:t>”.</a:t>
            </a:r>
          </a:p>
          <a:p>
            <a:r>
              <a:rPr lang="en-US" dirty="0"/>
              <a:t>Username = Admin, Password = Admin</a:t>
            </a:r>
          </a:p>
        </p:txBody>
      </p:sp>
    </p:spTree>
    <p:extLst>
      <p:ext uri="{BB962C8B-B14F-4D97-AF65-F5344CB8AC3E}">
        <p14:creationId xmlns:p14="http://schemas.microsoft.com/office/powerpoint/2010/main" val="2307981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0DCEC4-0FE2-4B1A-8D80-88CF12F3196A}"/>
              </a:ext>
            </a:extLst>
          </p:cNvPr>
          <p:cNvSpPr/>
          <p:nvPr/>
        </p:nvSpPr>
        <p:spPr>
          <a:xfrm>
            <a:off x="0" y="6573078"/>
            <a:ext cx="12192000" cy="2849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 dirty="0">
              <a:solidFill>
                <a:srgbClr val="FFA500"/>
              </a:solidFill>
            </a:endParaRP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8399DFAA-D99E-4511-AEAE-DA96A54F3D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550" y="115910"/>
            <a:ext cx="2079783" cy="544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0DB9AD-77A0-428E-B95A-723AA61EF4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78" b="41255"/>
          <a:stretch/>
        </p:blipFill>
        <p:spPr>
          <a:xfrm>
            <a:off x="230349" y="1690688"/>
            <a:ext cx="5865651" cy="20102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20090C-EC47-4FD9-AE95-039516D51D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288" b="41382"/>
          <a:stretch/>
        </p:blipFill>
        <p:spPr>
          <a:xfrm>
            <a:off x="230349" y="4022459"/>
            <a:ext cx="5865652" cy="201024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0D7B986-E215-47CE-AC8A-B39918BA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349" y="365125"/>
            <a:ext cx="11123451" cy="1325563"/>
          </a:xfrm>
        </p:spPr>
        <p:txBody>
          <a:bodyPr/>
          <a:lstStyle/>
          <a:p>
            <a:r>
              <a:rPr lang="en-US" dirty="0" err="1"/>
              <a:t>Tampilan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muka</a:t>
            </a:r>
            <a:r>
              <a:rPr lang="en-US" dirty="0"/>
              <a:t> system </a:t>
            </a:r>
            <a:r>
              <a:rPr lang="en-US" dirty="0" err="1"/>
              <a:t>informasi</a:t>
            </a:r>
            <a:r>
              <a:rPr lang="en-US" dirty="0"/>
              <a:t> KRS</a:t>
            </a:r>
            <a:endParaRPr lang="en-ID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84D758B-130C-4A1A-A40F-B44FF03A3C0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4241"/>
          <a:stretch/>
        </p:blipFill>
        <p:spPr>
          <a:xfrm>
            <a:off x="6227789" y="1576627"/>
            <a:ext cx="4086616" cy="491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252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0DCEC4-0FE2-4B1A-8D80-88CF12F3196A}"/>
              </a:ext>
            </a:extLst>
          </p:cNvPr>
          <p:cNvSpPr/>
          <p:nvPr/>
        </p:nvSpPr>
        <p:spPr>
          <a:xfrm>
            <a:off x="0" y="6573078"/>
            <a:ext cx="12192000" cy="2849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 dirty="0">
              <a:solidFill>
                <a:srgbClr val="FFA500"/>
              </a:solidFill>
            </a:endParaRP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8399DFAA-D99E-4511-AEAE-DA96A54F3D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550" y="115910"/>
            <a:ext cx="2079783" cy="54442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0D7B986-E215-47CE-AC8A-B39918BA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349" y="365125"/>
            <a:ext cx="11123451" cy="1325563"/>
          </a:xfrm>
        </p:spPr>
        <p:txBody>
          <a:bodyPr/>
          <a:lstStyle/>
          <a:p>
            <a:r>
              <a:rPr lang="en-US" dirty="0"/>
              <a:t>Teknik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pembuatan</a:t>
            </a:r>
            <a:r>
              <a:rPr lang="en-US" dirty="0"/>
              <a:t> KRS Online</a:t>
            </a:r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ABE844F-646D-4ED5-BDCC-55BD56FF5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349" y="1825625"/>
            <a:ext cx="11123451" cy="4667250"/>
          </a:xfrm>
        </p:spPr>
        <p:txBody>
          <a:bodyPr/>
          <a:lstStyle/>
          <a:p>
            <a:r>
              <a:rPr lang="en-US" dirty="0"/>
              <a:t>Bootstrap </a:t>
            </a:r>
            <a:r>
              <a:rPr lang="en-US" dirty="0" err="1"/>
              <a:t>versi</a:t>
            </a:r>
            <a:r>
              <a:rPr lang="en-US" dirty="0"/>
              <a:t> 3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tampilan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muka</a:t>
            </a:r>
            <a:endParaRPr lang="en-US" dirty="0"/>
          </a:p>
          <a:p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modularisasi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pengkodean</a:t>
            </a:r>
            <a:r>
              <a:rPr lang="en-US" dirty="0"/>
              <a:t> Bahasa PHP</a:t>
            </a:r>
          </a:p>
          <a:p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data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menghilangkan</a:t>
            </a:r>
            <a:r>
              <a:rPr lang="en-US" dirty="0"/>
              <a:t> data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44365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0DCEC4-0FE2-4B1A-8D80-88CF12F3196A}"/>
              </a:ext>
            </a:extLst>
          </p:cNvPr>
          <p:cNvSpPr/>
          <p:nvPr/>
        </p:nvSpPr>
        <p:spPr>
          <a:xfrm>
            <a:off x="0" y="6573078"/>
            <a:ext cx="12192000" cy="2849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 dirty="0">
              <a:solidFill>
                <a:srgbClr val="FFA500"/>
              </a:solidFill>
            </a:endParaRP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8399DFAA-D99E-4511-AEAE-DA96A54F3D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550" y="115910"/>
            <a:ext cx="2079783" cy="54442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0D7B986-E215-47CE-AC8A-B39918BA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349" y="365125"/>
            <a:ext cx="11123451" cy="1325563"/>
          </a:xfrm>
        </p:spPr>
        <p:txBody>
          <a:bodyPr/>
          <a:lstStyle/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ABE844F-646D-4ED5-BDCC-55BD56FF5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349" y="1825625"/>
            <a:ext cx="11123451" cy="46672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5600" dirty="0"/>
          </a:p>
          <a:p>
            <a:pPr marL="0" indent="0" algn="ctr">
              <a:buNone/>
            </a:pPr>
            <a:r>
              <a:rPr lang="en-US" sz="5600" dirty="0"/>
              <a:t>TERIMA KASIH</a:t>
            </a:r>
            <a:endParaRPr lang="en-ID" sz="5600" dirty="0"/>
          </a:p>
        </p:txBody>
      </p:sp>
    </p:spTree>
    <p:extLst>
      <p:ext uri="{BB962C8B-B14F-4D97-AF65-F5344CB8AC3E}">
        <p14:creationId xmlns:p14="http://schemas.microsoft.com/office/powerpoint/2010/main" val="1910142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258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LKP-8 PHP dan pgSQL Rancang bangun system informasi KRS Online</vt:lpstr>
      <vt:lpstr>Kebutuhan perangkat lunak</vt:lpstr>
      <vt:lpstr>Instalasi system informasi krs online</vt:lpstr>
      <vt:lpstr>Instalasi system informasi krs online</vt:lpstr>
      <vt:lpstr>Tampilan antar muka system informasi KRS</vt:lpstr>
      <vt:lpstr>Teknik dasar pembuatan KRS Online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LKP-8 PHP dan pgSQL Rancang bangun system informasi sederhana</dc:title>
  <dc:creator>Aryajaya Alamsyah</dc:creator>
  <cp:lastModifiedBy>Aryajaya Alamsyah</cp:lastModifiedBy>
  <cp:revision>33</cp:revision>
  <dcterms:created xsi:type="dcterms:W3CDTF">2021-04-11T20:05:04Z</dcterms:created>
  <dcterms:modified xsi:type="dcterms:W3CDTF">2021-04-12T06:02:35Z</dcterms:modified>
</cp:coreProperties>
</file>